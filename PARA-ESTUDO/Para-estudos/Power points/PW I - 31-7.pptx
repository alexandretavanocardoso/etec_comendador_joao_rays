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68" r:id="rId1"/>
  </p:sldMasterIdLst>
  <p:sldIdLst>
    <p:sldId id="257" r:id="rId2"/>
    <p:sldId id="272" r:id="rId3"/>
    <p:sldId id="269" r:id="rId4"/>
    <p:sldId id="256" r:id="rId5"/>
    <p:sldId id="273" r:id="rId6"/>
    <p:sldId id="274" r:id="rId7"/>
    <p:sldId id="279" r:id="rId8"/>
    <p:sldId id="275" r:id="rId9"/>
    <p:sldId id="276" r:id="rId10"/>
    <p:sldId id="277" r:id="rId11"/>
    <p:sldId id="278" r:id="rId12"/>
    <p:sldId id="280" r:id="rId13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00"/>
    <a:srgbClr val="54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1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18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01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07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32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04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57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2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2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24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16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9BFA0-60E6-489D-A9C9-ECBFAEDDF1E3}" type="datetimeFigureOut">
              <a:rPr lang="pt-BR" smtClean="0"/>
              <a:t>31/07/2019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5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A7EA7D8-7ED0-4C3A-BF33-67C882DEE8A2}"/>
              </a:ext>
            </a:extLst>
          </p:cNvPr>
          <p:cNvSpPr txBox="1"/>
          <p:nvPr/>
        </p:nvSpPr>
        <p:spPr>
          <a:xfrm>
            <a:off x="4714247" y="2966565"/>
            <a:ext cx="281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 smtClean="0">
                <a:solidFill>
                  <a:srgbClr val="545454"/>
                </a:solidFill>
              </a:rPr>
              <a:t>30-07</a:t>
            </a:r>
            <a:endParaRPr lang="pt-BR" sz="2400" dirty="0">
              <a:solidFill>
                <a:srgbClr val="545454"/>
              </a:solidFill>
            </a:endParaRPr>
          </a:p>
          <a:p>
            <a:pPr algn="r"/>
            <a:r>
              <a:rPr lang="pt-BR" sz="2400" dirty="0">
                <a:solidFill>
                  <a:srgbClr val="545454"/>
                </a:solidFill>
              </a:rPr>
              <a:t>INTRODUÇÃO A WEB</a:t>
            </a:r>
          </a:p>
        </p:txBody>
      </p:sp>
    </p:spTree>
    <p:extLst>
      <p:ext uri="{BB962C8B-B14F-4D97-AF65-F5344CB8AC3E}">
        <p14:creationId xmlns:p14="http://schemas.microsoft.com/office/powerpoint/2010/main" val="170007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76" y="1369089"/>
            <a:ext cx="7886700" cy="1938654"/>
          </a:xfrm>
        </p:spPr>
        <p:txBody>
          <a:bodyPr>
            <a:normAutofit/>
          </a:bodyPr>
          <a:lstStyle/>
          <a:p>
            <a:pPr algn="ctr"/>
            <a:r>
              <a:rPr lang="pt-BR" b="1" dirty="0" smtClean="0"/>
              <a:t>Livro: HTML </a:t>
            </a:r>
            <a:r>
              <a:rPr lang="pt-BR" b="1" dirty="0"/>
              <a:t>&amp; CSS</a:t>
            </a:r>
            <a:br>
              <a:rPr lang="pt-BR" b="1" dirty="0"/>
            </a:br>
            <a:r>
              <a:rPr lang="pt-BR" b="1" dirty="0"/>
              <a:t>Design and Build Websites</a:t>
            </a:r>
            <a:br>
              <a:rPr lang="pt-BR" b="1" dirty="0"/>
            </a:br>
            <a:r>
              <a:rPr lang="pt-BR" b="1" dirty="0"/>
              <a:t>Jon DuCkeTT</a:t>
            </a:r>
          </a:p>
        </p:txBody>
      </p:sp>
    </p:spTree>
    <p:extLst>
      <p:ext uri="{BB962C8B-B14F-4D97-AF65-F5344CB8AC3E}">
        <p14:creationId xmlns:p14="http://schemas.microsoft.com/office/powerpoint/2010/main" val="3886242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94" y="1854118"/>
            <a:ext cx="7886700" cy="824706"/>
          </a:xfrm>
        </p:spPr>
        <p:txBody>
          <a:bodyPr/>
          <a:lstStyle/>
          <a:p>
            <a:pPr algn="ctr"/>
            <a:r>
              <a:rPr lang="pt-BR" b="1" dirty="0" smtClean="0"/>
              <a:t>PARÁGRAFOS, IMAGENS E LINKS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54119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Parágrafos HTML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38325" y="1346895"/>
            <a:ext cx="7568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linguagem </a:t>
            </a:r>
            <a:r>
              <a:rPr lang="pt-BR" sz="2400" b="1" dirty="0"/>
              <a:t>HTML</a:t>
            </a:r>
            <a:r>
              <a:rPr lang="pt-BR" sz="2400" dirty="0"/>
              <a:t> considera os parágrafos como blocos de texto. </a:t>
            </a:r>
            <a:r>
              <a:rPr lang="pt-BR" sz="2400" dirty="0" smtClean="0"/>
              <a:t>Dentro </a:t>
            </a:r>
            <a:r>
              <a:rPr lang="pt-BR" sz="2400" dirty="0"/>
              <a:t>de um parágrafo, os espaços, as tabulações e a quebra de linha contam como um só um espaço. Por quebra de linha entende-se o uso da tag </a:t>
            </a:r>
            <a:r>
              <a:rPr lang="pt-BR" sz="2400" b="1"/>
              <a:t>&lt;</a:t>
            </a:r>
            <a:r>
              <a:rPr lang="pt-BR" sz="2400" b="1" smtClean="0"/>
              <a:t>br /&gt;</a:t>
            </a:r>
            <a:r>
              <a:rPr lang="pt-BR" sz="2400" dirty="0"/>
              <a:t> para terminar uma linha sem começar um parágrafo. Esta tag pode forçar a quebra de linha onde for preciso na frase por exemplo no meio dela. 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33294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Parágrafos HTML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38325" y="1744460"/>
            <a:ext cx="756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&lt;p&gt;Esse é o primeiro parágrafo do texto</a:t>
            </a:r>
            <a:r>
              <a:rPr lang="pt-BR" sz="2400" dirty="0" smtClean="0"/>
              <a:t>.&lt;/</a:t>
            </a:r>
            <a:r>
              <a:rPr lang="pt-BR" sz="2400" dirty="0"/>
              <a:t>p</a:t>
            </a:r>
            <a:r>
              <a:rPr lang="pt-BR" sz="2400" dirty="0" smtClean="0"/>
              <a:t>&gt;</a:t>
            </a:r>
          </a:p>
          <a:p>
            <a:endParaRPr lang="pt-BR" sz="2400" dirty="0"/>
          </a:p>
          <a:p>
            <a:r>
              <a:rPr lang="pt-BR" sz="2400" dirty="0"/>
              <a:t>&lt;p&gt;Esse é o segundo parágrafo do </a:t>
            </a:r>
            <a:r>
              <a:rPr lang="pt-BR" sz="2400" dirty="0" smtClean="0"/>
              <a:t>texto.&lt;/p&gt;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44086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Negrito &lt;b&gt;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38325" y="1744460"/>
            <a:ext cx="7568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 </a:t>
            </a:r>
            <a:r>
              <a:rPr lang="pt-BR" b="1" dirty="0"/>
              <a:t>elemento HTML &lt;b&gt;</a:t>
            </a:r>
            <a:r>
              <a:rPr lang="pt-BR" dirty="0"/>
              <a:t> representa um intervalo de texto estilísticamente diferente do texto normal, sem transmitir qualquer importância ou relevância. Ele é geralmente usado para destacar palavras-chaves em um resumo, nomes de produtos em um comentário ou outros vãos de texto cuja a apresentação típica seria negrito. Outro exemplo de seu uso é como marcação da frase principal de cada paragrafo de um artigo.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33803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&lt;b&gt; vs &lt;strong&gt;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38325" y="1744460"/>
            <a:ext cx="7568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 confunda o elemento &lt;b&gt; com os elementos </a:t>
            </a:r>
            <a:r>
              <a:rPr lang="pt-BR" b="1" dirty="0"/>
              <a:t>&lt;strong&gt; 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b="1" dirty="0"/>
              <a:t>em&gt; </a:t>
            </a:r>
            <a:r>
              <a:rPr lang="pt-BR" dirty="0"/>
              <a:t>ou </a:t>
            </a:r>
            <a:r>
              <a:rPr lang="pt-BR" b="1" dirty="0"/>
              <a:t>&lt;mark</a:t>
            </a:r>
            <a:r>
              <a:rPr lang="pt-BR" b="1" dirty="0" smtClean="0"/>
              <a:t>&gt;</a:t>
            </a:r>
            <a:r>
              <a:rPr lang="pt-BR" dirty="0" smtClean="0"/>
              <a:t>. </a:t>
            </a:r>
            <a:r>
              <a:rPr lang="pt-BR" dirty="0"/>
              <a:t>O elemento </a:t>
            </a:r>
            <a:r>
              <a:rPr lang="pt-BR" b="1" dirty="0"/>
              <a:t>&lt;strong&gt; </a:t>
            </a:r>
            <a:r>
              <a:rPr lang="pt-BR" dirty="0"/>
              <a:t>representa um texto com importância, </a:t>
            </a:r>
            <a:r>
              <a:rPr lang="pt-BR" b="1" dirty="0"/>
              <a:t>&lt;em&gt; </a:t>
            </a:r>
            <a:r>
              <a:rPr lang="pt-BR" dirty="0"/>
              <a:t>coloca alguma ênfase no texto e o elemento </a:t>
            </a:r>
            <a:r>
              <a:rPr lang="pt-BR" b="1" dirty="0"/>
              <a:t>&lt;mark&gt; </a:t>
            </a:r>
            <a:r>
              <a:rPr lang="pt-BR" dirty="0"/>
              <a:t>representa o texto relevante. O elemento &lt;b&gt; não transmite essa informação semântica especial. Você deve usá-lo apenas quando os outros elementos citados não se encaixam na situação.</a:t>
            </a:r>
          </a:p>
        </p:txBody>
      </p:sp>
    </p:spTree>
    <p:extLst>
      <p:ext uri="{BB962C8B-B14F-4D97-AF65-F5344CB8AC3E}">
        <p14:creationId xmlns:p14="http://schemas.microsoft.com/office/powerpoint/2010/main" val="454224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Imagens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82666" y="1354846"/>
            <a:ext cx="7568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inserção de imagens em uma página HTML pode ser feita por meio da tag img, que recebe no atributo src o endereço do arquivo a ser carregado. Além desse, outros dois atributos importantes são o alt, que indica um texto alternativo que será exibido caso o arquivo não possa ser carregado, e title, que indica o texto que aparecerá como tooltip ao passar o mouse sobre a figura.</a:t>
            </a:r>
          </a:p>
        </p:txBody>
      </p:sp>
    </p:spTree>
    <p:extLst>
      <p:ext uri="{BB962C8B-B14F-4D97-AF65-F5344CB8AC3E}">
        <p14:creationId xmlns:p14="http://schemas.microsoft.com/office/powerpoint/2010/main" val="298924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Imagens HTML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20485" y="2340453"/>
            <a:ext cx="8205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&lt;img src="avatar.png" alt="Texto alternativo" title="Avatar" /&gt;</a:t>
            </a:r>
          </a:p>
        </p:txBody>
      </p:sp>
    </p:spTree>
    <p:extLst>
      <p:ext uri="{BB962C8B-B14F-4D97-AF65-F5344CB8AC3E}">
        <p14:creationId xmlns:p14="http://schemas.microsoft.com/office/powerpoint/2010/main" val="257369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Links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58812" y="1577482"/>
            <a:ext cx="7568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Links são normalmente utilizados para direcionar o usuário para outras páginas, ou para outras partes da mesma página. Nos dois casos, utilizamos a tag a, que possui o atributo href no qual indicamos o destino daquele link.</a:t>
            </a:r>
          </a:p>
        </p:txBody>
      </p:sp>
    </p:spTree>
    <p:extLst>
      <p:ext uri="{BB962C8B-B14F-4D97-AF65-F5344CB8AC3E}">
        <p14:creationId xmlns:p14="http://schemas.microsoft.com/office/powerpoint/2010/main" val="1338325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Links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58812" y="1577482"/>
            <a:ext cx="7568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Link para uma página</a:t>
            </a:r>
          </a:p>
          <a:p>
            <a:r>
              <a:rPr lang="pt-BR" sz="2400" dirty="0" smtClean="0"/>
              <a:t>&lt;</a:t>
            </a:r>
            <a:r>
              <a:rPr lang="pt-BR" sz="2400" dirty="0"/>
              <a:t>a href="pagina2.html"&gt;Página 2&lt;/a</a:t>
            </a:r>
            <a:r>
              <a:rPr lang="pt-BR" sz="2400" dirty="0" smtClean="0"/>
              <a:t>&gt;</a:t>
            </a:r>
          </a:p>
          <a:p>
            <a:endParaRPr lang="pt-BR" sz="2400" dirty="0" smtClean="0"/>
          </a:p>
          <a:p>
            <a:r>
              <a:rPr lang="pt-BR" sz="2400" dirty="0" smtClean="0"/>
              <a:t>Link para uma parte do documento</a:t>
            </a:r>
            <a:endParaRPr lang="pt-BR" sz="2400" dirty="0"/>
          </a:p>
          <a:p>
            <a:r>
              <a:rPr lang="pt-BR" sz="2400" dirty="0"/>
              <a:t>&lt;a href="#paragrafo3"&gt;Ir para o parágrafo 3&lt;/a&gt;</a:t>
            </a:r>
          </a:p>
        </p:txBody>
      </p:sp>
    </p:spTree>
    <p:extLst>
      <p:ext uri="{BB962C8B-B14F-4D97-AF65-F5344CB8AC3E}">
        <p14:creationId xmlns:p14="http://schemas.microsoft.com/office/powerpoint/2010/main" val="2170981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Lorem Ipsum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/>
              <a:t>Site para ajudar nos paragrafos do texto 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154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</TotalTime>
  <Words>315</Words>
  <Application>Microsoft Office PowerPoint</Application>
  <PresentationFormat>Apresentação na tela (16:9)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 Light</vt:lpstr>
      <vt:lpstr>Calibri</vt:lpstr>
      <vt:lpstr>Tema do Office</vt:lpstr>
      <vt:lpstr>Apresentação do PowerPoint</vt:lpstr>
      <vt:lpstr>Livro: HTML &amp; CSS Design and Build Websites Jon DuCkeTT</vt:lpstr>
      <vt:lpstr>PARÁGRAFOS, IMAGENS E LINKS</vt:lpstr>
      <vt:lpstr>Parágrafos HTML</vt:lpstr>
      <vt:lpstr>Parágrafos HTML</vt:lpstr>
      <vt:lpstr>Negrito &lt;b&gt;</vt:lpstr>
      <vt:lpstr>&lt;b&gt; vs &lt;strong&gt;</vt:lpstr>
      <vt:lpstr>Imagens</vt:lpstr>
      <vt:lpstr>Imagens HTML</vt:lpstr>
      <vt:lpstr>Links</vt:lpstr>
      <vt:lpstr>Links</vt:lpstr>
      <vt:lpstr>Lorem Ipsum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Marcio Jesus de Morais</dc:creator>
  <cp:lastModifiedBy>Usuário do Windows</cp:lastModifiedBy>
  <cp:revision>82</cp:revision>
  <dcterms:created xsi:type="dcterms:W3CDTF">2019-07-22T20:38:48Z</dcterms:created>
  <dcterms:modified xsi:type="dcterms:W3CDTF">2019-08-01T01:11:33Z</dcterms:modified>
</cp:coreProperties>
</file>